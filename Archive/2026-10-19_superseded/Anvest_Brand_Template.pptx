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master. Title and close only. Richest gradient, largest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master. Default for every content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master. Appendices and data-heavy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in the template. Delete it from any deck you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MOTION reference. The transitions are applied by animate.py, not by the deck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HERO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spc="-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Anvest</a:t>
            </a:r>
            <a:endParaRPr lang="en-US" sz="10400" dirty="0"/>
          </a:p>
        </p:txBody>
      </p:sp>
      <p:sp>
        <p:nvSpPr>
          <p:cNvPr id="3" name="Text 1"/>
          <p:cNvSpPr/>
          <p:nvPr/>
        </p:nvSpPr>
        <p:spPr>
          <a:xfrm>
            <a:off x="640080" y="34290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3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about any Indian stock.</a:t>
            </a:r>
            <a:endParaRPr lang="en-US" sz="23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3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answer with the filing it came from.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0"/>
            <a:ext cx="1005840" cy="10973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6,137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57058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companies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7560" y="50292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584K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337560" y="57058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 parsed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50292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035040" y="57058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indexed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32520" y="50292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732520" y="57058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to 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Bhardwaj · harsh@anvest.in · anvest.in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spd="med" p14:dur="7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LAYOUT — THE WORKHORSE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panels, one accent,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scale contrast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0"/>
              </a:lnSpc>
              <a:buNone/>
            </a:pPr>
            <a:r>
              <a:rPr lang="en-US" sz="13000" b="1" spc="-4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numerals run 88–150pt with negative tracking. One per slide. It is the object the eye lands on first, so spend it on the number that carries the argument.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2194560"/>
            <a:ext cx="5376672" cy="841248"/>
          </a:xfrm>
          <a:prstGeom prst="roundRect">
            <a:avLst>
              <a:gd name="adj" fmla="val 152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10528" y="2414016"/>
            <a:ext cx="118872" cy="1188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232257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panels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12280" y="25968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T.glass() — white at 88–94% transparency over the gradient, with a hairline border. Replaces drop-shadow cards entirely.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3163824"/>
            <a:ext cx="5376672" cy="841248"/>
          </a:xfrm>
          <a:prstGeom prst="roundRect">
            <a:avLst>
              <a:gd name="adj" fmla="val 152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0528" y="3383280"/>
            <a:ext cx="118872" cy="1188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329184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dots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12280" y="35661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T.dot() — the repeating motif for list rows. Never a bullet glyph.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4133088"/>
            <a:ext cx="5376672" cy="841248"/>
          </a:xfrm>
          <a:prstGeom prst="roundRect">
            <a:avLst>
              <a:gd name="adj" fmla="val 152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0528" y="4352544"/>
            <a:ext cx="118872" cy="1188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26110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12280" y="45354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T.pill() — status, timeframe, or label. Solid fill, tiny tracked-out caps.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5102352"/>
            <a:ext cx="5376672" cy="841248"/>
          </a:xfrm>
          <a:prstGeom prst="roundRect">
            <a:avLst>
              <a:gd name="adj" fmla="val 152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0528" y="5321808"/>
            <a:ext cx="118872" cy="1188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523036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Hairlines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12280" y="550468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T.hairline() — the only decorative line permitted, and never under a headline.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Footnotes and sources sit here — 8.5pt italic, muted.</a:t>
            </a:r>
            <a:endParaRPr lang="en-US" sz="85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7F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LAYOUT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spc="-1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slide must feel like a document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3017520"/>
          </a:xfrm>
          <a:prstGeom prst="roundRect">
            <a:avLst>
              <a:gd name="adj" fmla="val 4242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488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sparingly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542032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 ground is for appendices, data tables, and anything a reader will study rather than watch. Body copy is slate on near-white, left aligned, 12.5pt.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3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deck is more than a third light slides, the deck is a document and should be a memo instead.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02352" cy="3017520"/>
          </a:xfrm>
          <a:prstGeom prst="roundRect">
            <a:avLst>
              <a:gd name="adj" fmla="val 424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2194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Inverting inside a light slide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12280" y="260604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navy panel on a light ground is the strongest contrast available in the system. Use it for the one conclusion you want carried out of the room.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trick in reverse on dark slides: a solid white panel.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212080"/>
            <a:ext cx="10908792" cy="73152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212080"/>
            <a:ext cx="10085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full-width banner per slide, maximum. It is the loudest object in the system.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Palette, type, rules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38912"/>
          </a:xfrm>
          <a:prstGeom prst="roundRect">
            <a:avLst>
              <a:gd name="adj" fmla="val 16667"/>
            </a:avLst>
          </a:prstGeom>
          <a:solidFill>
            <a:srgbClr val="0B0E26"/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2121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331720" y="2139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#0B0E26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383280" y="2139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ground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457200" cy="438912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6883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31720" y="27066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#1E2761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0" y="27066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236976"/>
            <a:ext cx="457200" cy="438912"/>
          </a:xfrm>
          <a:prstGeom prst="roundRect">
            <a:avLst>
              <a:gd name="adj" fmla="val 16667"/>
            </a:avLst>
          </a:prstGeom>
          <a:solidFill>
            <a:srgbClr val="4A3699"/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32552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31720" y="32735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#4A3699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3273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lift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803904"/>
            <a:ext cx="457200" cy="438912"/>
          </a:xfrm>
          <a:prstGeom prst="roundRect">
            <a:avLst>
              <a:gd name="adj" fmla="val 16667"/>
            </a:avLst>
          </a:prstGeom>
          <a:solidFill>
            <a:srgbClr val="F5A623"/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3822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3172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#F5A623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accent — one thing per slide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370832"/>
            <a:ext cx="457200" cy="438912"/>
          </a:xfrm>
          <a:prstGeom prst="roundRect">
            <a:avLst>
              <a:gd name="adj" fmla="val 16667"/>
            </a:avLst>
          </a:prstGeom>
          <a:solidFill>
            <a:srgbClr val="C9D3F0"/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43891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31720" y="44074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#C9D3F0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0" y="4407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 on dark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457200" cy="438912"/>
          </a:xfrm>
          <a:prstGeom prst="roundRect">
            <a:avLst>
              <a:gd name="adj" fmla="val 16667"/>
            </a:avLst>
          </a:prstGeom>
          <a:solidFill>
            <a:srgbClr val="7C88B0"/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61872" y="49560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331720" y="49743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#7C88B0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0" y="49743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C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2103120"/>
            <a:ext cx="5148072" cy="3657600"/>
          </a:xfrm>
          <a:prstGeom prst="roundRect">
            <a:avLst>
              <a:gd name="adj" fmla="val 35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23317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26517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Arial for display, Calibri for body. Both ship with Office, so nothing reflows on someone else's machine.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20840" y="3337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36576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88–150pt · headline 40pt · body 12.5pt · caption 9.5pt. Negative tracking above 24pt.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0840" y="43434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4663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stripes or colour bars · a rule under a headline · centred body copy · a second accent colour · text-only slides · '#' in a pptxgenjs hex value.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943600"/>
            <a:ext cx="10908792" cy="548640"/>
          </a:xfrm>
          <a:prstGeom prst="roundRect">
            <a:avLst>
              <a:gd name="adj" fmla="val 2333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1560" y="5943600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require('./brand/anvest_theme') — never re-declare these values in a new deck.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 and builds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08792" cy="868680"/>
          </a:xfrm>
          <a:prstGeom prst="roundRect">
            <a:avLst>
              <a:gd name="adj" fmla="val 1473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03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21854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consecutive content slides. Shared objects glide to their new positions — the modern hallmark, PowerPoint 2019+/365.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3044952"/>
            <a:ext cx="10908792" cy="868680"/>
          </a:xfrm>
          <a:prstGeom prst="roundRect">
            <a:avLst>
              <a:gd name="adj" fmla="val 1473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191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317296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and out of the hero slides, and anywhere morph would be visually noisy.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4032504"/>
            <a:ext cx="10908792" cy="868680"/>
          </a:xfrm>
          <a:prstGeom prst="roundRect">
            <a:avLst>
              <a:gd name="adj" fmla="val 1473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178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builds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4160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few objects of a content slide fade in on entry, ~110ms apart. Auto-plays; no clicking.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5020056"/>
            <a:ext cx="10908792" cy="868680"/>
          </a:xfrm>
          <a:prstGeom prst="roundRect">
            <a:avLst>
              <a:gd name="adj" fmla="val 1473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166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51480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 is wrapped in mc:AlternateContent with a fade fallback, so Keynote, Slides and older PowerPoint degrade rather than error.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943600"/>
            <a:ext cx="10908792" cy="548640"/>
          </a:xfrm>
          <a:prstGeom prst="roundRect">
            <a:avLst>
              <a:gd name="adj" fmla="val 2333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943600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has no animation API — animate.py injects the OOXML. Always re-run validate.py after it.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Anvest Fintech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Anvest Brand System</dc:title>
  <dc:subject>PptxGenJS Presentation</dc:subject>
  <dc:creator>Harsh Bhardwaj</dc:creator>
  <cp:lastModifiedBy>Harsh Bhardwaj</cp:lastModifiedBy>
  <cp:revision>1</cp:revision>
  <dcterms:created xsi:type="dcterms:W3CDTF">2026-07-26T17:04:26Z</dcterms:created>
  <dcterms:modified xsi:type="dcterms:W3CDTF">2026-07-26T17:04:26Z</dcterms:modified>
</cp:coreProperties>
</file>